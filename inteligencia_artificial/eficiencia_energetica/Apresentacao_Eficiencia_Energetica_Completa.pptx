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8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5147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7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95677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6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1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8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4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460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549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3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3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84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4725" y="1221699"/>
            <a:ext cx="7354550" cy="1570115"/>
          </a:xfrm>
        </p:spPr>
        <p:txBody>
          <a:bodyPr>
            <a:noAutofit/>
          </a:bodyPr>
          <a:lstStyle/>
          <a:p>
            <a:r>
              <a:rPr sz="3600" b="1" u="sng" dirty="0" err="1"/>
              <a:t>Projeto</a:t>
            </a:r>
            <a:r>
              <a:rPr sz="3600" b="1" u="sng" dirty="0"/>
              <a:t> de Machine Learning para </a:t>
            </a:r>
            <a:r>
              <a:rPr sz="3600" b="1" u="sng" dirty="0" err="1"/>
              <a:t>Previsão</a:t>
            </a:r>
            <a:r>
              <a:rPr sz="3600" b="1" u="sng" dirty="0"/>
              <a:t> de </a:t>
            </a:r>
            <a:r>
              <a:rPr sz="3600" b="1" u="sng" dirty="0" err="1"/>
              <a:t>Eficiência</a:t>
            </a:r>
            <a:r>
              <a:rPr sz="3600" b="1" u="sng" dirty="0"/>
              <a:t> Energética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57434"/>
            <a:ext cx="6400800" cy="2678867"/>
          </a:xfrm>
        </p:spPr>
        <p:txBody>
          <a:bodyPr>
            <a:normAutofit/>
          </a:bodyPr>
          <a:lstStyle/>
          <a:p>
            <a:r>
              <a:rPr sz="2400" b="1" dirty="0" err="1"/>
              <a:t>Ciência</a:t>
            </a:r>
            <a:r>
              <a:rPr sz="2400" b="1" dirty="0"/>
              <a:t> da </a:t>
            </a:r>
            <a:r>
              <a:rPr sz="2400" b="1" dirty="0" err="1"/>
              <a:t>Computação</a:t>
            </a:r>
            <a:r>
              <a:rPr sz="2400" b="1" dirty="0"/>
              <a:t> </a:t>
            </a:r>
            <a:endParaRPr lang="pt-BR" sz="2400" b="1" dirty="0"/>
          </a:p>
          <a:p>
            <a:r>
              <a:rPr sz="2400" b="1" dirty="0" err="1"/>
              <a:t>Inteligência</a:t>
            </a:r>
            <a:r>
              <a:rPr sz="2400" b="1" dirty="0"/>
              <a:t> Artificial</a:t>
            </a:r>
          </a:p>
          <a:p>
            <a:r>
              <a:rPr lang="pt-BR" sz="1600" b="1" dirty="0"/>
              <a:t>Ytalo Santana Ribeiro Santos</a:t>
            </a:r>
            <a:endParaRPr lang="pt-BR" sz="1600" dirty="0"/>
          </a:p>
          <a:p>
            <a:r>
              <a:rPr lang="pt-BR" sz="1600" b="1" dirty="0"/>
              <a:t>Gabriel de Sousa Figueredo</a:t>
            </a:r>
            <a:endParaRPr lang="pt-BR" sz="1600" dirty="0"/>
          </a:p>
          <a:p>
            <a:r>
              <a:rPr lang="pt-BR" sz="1600" b="1" dirty="0"/>
              <a:t>Caio Henrique Pereira Marques</a:t>
            </a:r>
            <a:endParaRPr lang="pt-BR" sz="1600" dirty="0"/>
          </a:p>
          <a:p>
            <a:r>
              <a:rPr lang="pt-BR" sz="1600" b="1" dirty="0"/>
              <a:t>Cleber Duarte Silva</a:t>
            </a:r>
            <a:endParaRPr lang="pt-BR" sz="1600" dirty="0"/>
          </a:p>
          <a:p>
            <a:r>
              <a:rPr lang="pt-BR" sz="1600" b="1" dirty="0"/>
              <a:t>Ingrid de Oliveira Bonifácio</a:t>
            </a:r>
            <a:endParaRPr lang="pt-BR" sz="1600" dirty="0"/>
          </a:p>
          <a:p>
            <a:r>
              <a:rPr lang="pt-BR" sz="1600" b="1" dirty="0"/>
              <a:t>Arthur Batista de Sousa</a:t>
            </a:r>
            <a:endParaRPr lang="pt-BR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 err="1"/>
              <a:t>Introdução</a:t>
            </a:r>
            <a:r>
              <a:rPr b="1" u="sng" dirty="0"/>
              <a:t> e </a:t>
            </a:r>
            <a:r>
              <a:rPr b="1" u="sng" dirty="0" err="1"/>
              <a:t>Motivação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Crescente demanda por energia</a:t>
            </a:r>
          </a:p>
          <a:p>
            <a:r>
              <a:t>• Necessidade de reduzir impactos ambientais</a:t>
            </a:r>
          </a:p>
          <a:p>
            <a:r>
              <a:t>• Machine Learning para prever eficiência energética</a:t>
            </a:r>
          </a:p>
          <a:p>
            <a:r>
              <a:t>• Apoio a decisões em engenharia e arquitetura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841323"/>
            <a:ext cx="7200900" cy="1485900"/>
          </a:xfrm>
        </p:spPr>
        <p:txBody>
          <a:bodyPr/>
          <a:lstStyle/>
          <a:p>
            <a:r>
              <a:rPr b="1" u="sng" dirty="0" err="1"/>
              <a:t>Objetivos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Prever eficiência energética de edifícios</a:t>
            </a:r>
          </a:p>
          <a:p>
            <a:r>
              <a:t>• Realizar análise exploratória dos dados</a:t>
            </a:r>
          </a:p>
          <a:p>
            <a:r>
              <a:t>• Aplicar pré-processamento</a:t>
            </a:r>
          </a:p>
          <a:p>
            <a:r>
              <a:t>• Comparar algoritmos de regressão</a:t>
            </a:r>
          </a:p>
          <a:p>
            <a:r>
              <a:t>• Avaliar desempenho dos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 err="1"/>
              <a:t>Metodologia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Coleta e análise dos dados</a:t>
            </a:r>
          </a:p>
          <a:p>
            <a:r>
              <a:t>2. Estatísticas descritivas</a:t>
            </a:r>
          </a:p>
          <a:p>
            <a:r>
              <a:t>3. Padronização com StandardScaler</a:t>
            </a:r>
          </a:p>
          <a:p>
            <a:r>
              <a:t>4. Divisão treino (80%) e teste (20%)</a:t>
            </a:r>
          </a:p>
          <a:p>
            <a:r>
              <a:t>5. Treinamento dos modelos</a:t>
            </a:r>
          </a:p>
          <a:p>
            <a:r>
              <a:t>6. Validação cruzada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Dataset </a:t>
            </a:r>
            <a:r>
              <a:rPr b="1" u="sng" dirty="0" err="1"/>
              <a:t>Utilizado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Características</a:t>
            </a:r>
            <a:r>
              <a:rPr dirty="0"/>
              <a:t> dos </a:t>
            </a:r>
            <a:r>
              <a:rPr dirty="0" err="1"/>
              <a:t>edifícios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Compacidade</a:t>
            </a:r>
            <a:r>
              <a:rPr dirty="0"/>
              <a:t> </a:t>
            </a:r>
            <a:r>
              <a:rPr dirty="0" err="1"/>
              <a:t>relativa</a:t>
            </a:r>
            <a:endParaRPr dirty="0"/>
          </a:p>
          <a:p>
            <a:r>
              <a:rPr dirty="0"/>
              <a:t>• </a:t>
            </a:r>
            <a:r>
              <a:rPr dirty="0" err="1"/>
              <a:t>Área</a:t>
            </a:r>
            <a:r>
              <a:rPr dirty="0"/>
              <a:t> da </a:t>
            </a:r>
            <a:r>
              <a:rPr dirty="0" err="1"/>
              <a:t>superfície</a:t>
            </a:r>
            <a:endParaRPr dirty="0"/>
          </a:p>
          <a:p>
            <a:r>
              <a:rPr dirty="0"/>
              <a:t>• </a:t>
            </a:r>
            <a:r>
              <a:rPr dirty="0" err="1"/>
              <a:t>Área</a:t>
            </a:r>
            <a:r>
              <a:rPr dirty="0"/>
              <a:t> das </a:t>
            </a:r>
            <a:r>
              <a:rPr dirty="0" err="1"/>
              <a:t>paredes</a:t>
            </a:r>
            <a:r>
              <a:rPr dirty="0"/>
              <a:t> e </a:t>
            </a:r>
            <a:r>
              <a:rPr dirty="0" err="1"/>
              <a:t>telhado</a:t>
            </a:r>
            <a:endParaRPr dirty="0"/>
          </a:p>
          <a:p>
            <a:r>
              <a:rPr dirty="0"/>
              <a:t>• Altura total</a:t>
            </a:r>
          </a:p>
          <a:p>
            <a:r>
              <a:rPr dirty="0"/>
              <a:t>• </a:t>
            </a:r>
            <a:r>
              <a:rPr dirty="0" err="1"/>
              <a:t>Orientação</a:t>
            </a:r>
            <a:endParaRPr dirty="0"/>
          </a:p>
          <a:p>
            <a:r>
              <a:rPr dirty="0"/>
              <a:t>•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envidraçada</a:t>
            </a:r>
            <a:endParaRPr lang="pt-BR" dirty="0"/>
          </a:p>
          <a:p>
            <a:r>
              <a:rPr lang="pt-BR" dirty="0"/>
              <a:t>• Alvos: Carga de aquecimento e resfriamento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 err="1"/>
              <a:t>Modelos</a:t>
            </a:r>
            <a:r>
              <a:rPr b="1" u="sng" dirty="0"/>
              <a:t> </a:t>
            </a:r>
            <a:r>
              <a:rPr b="1" u="sng" dirty="0" err="1"/>
              <a:t>Aplicados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Regressão</a:t>
            </a:r>
            <a:r>
              <a:rPr dirty="0"/>
              <a:t> Linear</a:t>
            </a:r>
          </a:p>
          <a:p>
            <a:r>
              <a:rPr dirty="0"/>
              <a:t>• Simples e </a:t>
            </a:r>
            <a:r>
              <a:rPr dirty="0" err="1"/>
              <a:t>interpretável</a:t>
            </a:r>
            <a:endParaRPr dirty="0"/>
          </a:p>
          <a:p>
            <a:r>
              <a:rPr dirty="0"/>
              <a:t>Random Forest Regressor</a:t>
            </a:r>
          </a:p>
          <a:p>
            <a:r>
              <a:rPr dirty="0"/>
              <a:t>• </a:t>
            </a:r>
            <a:r>
              <a:rPr dirty="0" err="1"/>
              <a:t>Captura</a:t>
            </a:r>
            <a:r>
              <a:rPr dirty="0"/>
              <a:t> </a:t>
            </a:r>
            <a:r>
              <a:rPr dirty="0" err="1"/>
              <a:t>relações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lineares</a:t>
            </a:r>
            <a:endParaRPr dirty="0"/>
          </a:p>
          <a:p>
            <a:r>
              <a:rPr dirty="0"/>
              <a:t>• Maior </a:t>
            </a:r>
            <a:r>
              <a:rPr dirty="0" err="1"/>
              <a:t>capacidade</a:t>
            </a:r>
            <a:r>
              <a:rPr dirty="0"/>
              <a:t> de </a:t>
            </a:r>
            <a:r>
              <a:rPr dirty="0" err="1"/>
              <a:t>generalização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 err="1"/>
              <a:t>Conclusão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Os modelos apresentaram previsões satisfatórias</a:t>
            </a:r>
          </a:p>
          <a:p>
            <a:r>
              <a:t>• Machine Learning mostrou potencial para eficiência energética</a:t>
            </a:r>
          </a:p>
          <a:p>
            <a:r>
              <a:t>• Aplicação relevante para sustentabilidade</a:t>
            </a:r>
          </a:p>
          <a:p>
            <a:r>
              <a:t>• Trabalhos futuros: novos algoritmos e otimização de hiperparâmetros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67</TotalTime>
  <Words>216</Words>
  <Application>Microsoft Office PowerPoint</Application>
  <PresentationFormat>Apresentação na tela (4:3)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Franklin Gothic Book</vt:lpstr>
      <vt:lpstr>Recorte</vt:lpstr>
      <vt:lpstr>Projeto de Machine Learning para Previsão de Eficiência Energética</vt:lpstr>
      <vt:lpstr>Introdução e Motivação</vt:lpstr>
      <vt:lpstr>Objetivos</vt:lpstr>
      <vt:lpstr>Metodologia</vt:lpstr>
      <vt:lpstr>Dataset Utilizado</vt:lpstr>
      <vt:lpstr>Modelos Aplicados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Usuário</dc:creator>
  <cp:keywords/>
  <dc:description>generated using python-pptx</dc:description>
  <cp:lastModifiedBy>Gabriel Figueredo</cp:lastModifiedBy>
  <cp:revision>3</cp:revision>
  <dcterms:created xsi:type="dcterms:W3CDTF">2013-01-27T09:14:16Z</dcterms:created>
  <dcterms:modified xsi:type="dcterms:W3CDTF">2026-06-08T19:55:47Z</dcterms:modified>
  <cp:category/>
</cp:coreProperties>
</file>